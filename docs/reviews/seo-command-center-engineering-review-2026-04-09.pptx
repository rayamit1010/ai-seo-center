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SEO Command Center Engineering Review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Strict architecture, code quality, security, performance, and product scalability assessment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5394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on 2026-04-09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Purpose and 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607040" cy="5212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SEO Command Center is a multi-workspace SEO operations platform that combines AI-assisted SEO chat, audit storage, website strategy memory, backlink automation, recurring reporting, content publishing, and operational monitoring in one Next.js application.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Users authenticate with credential-based NextAuth and enter a protected dashboard.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Project profiles store per-website strategy memory, Google/Search/CMS connection settings, and publishing preferences.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Audits, reports, and backlink campaigns are created through App Router APIs backed by Prisma services.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 chat and compare flows resolve the most relevant project profile, route requests across multiple providers, and persist full session history.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Background work such as recurring reports, audits, and autonomous backlink cycles runs through a durable queue and drain worker.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Ops and analytics surfaces expose queue health, AI provider behavior, delivery status, and incidents in plain language.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 Stack and Modules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607040" cy="5212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Next.js 16 App Router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React 19 + TypeScript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Prisma ORM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SQLite for local development and Postgres-ready schema workflow for production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NextAuth credentials authentication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Tailwind CSS + Radix UI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Zod validation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Resend email delivery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Playwright browser testing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Multi-provider AI routing for Claude, ChatGPT, Gemini, Grok, and Groq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Dashboard and Ops Center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 Chat and AI Analytics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Projects / website memory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Backlink Agent and outreach workflow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Reports, delivery logs, and schedules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Content operations and CMS publishing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Queue processing and worker orchestration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Shared service, validation, auth, response, and observability layers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Issues Found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607040" cy="5212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Critical: Recurring report schedules could be duplicated after worker crashes — If a worker crashed after claiming but before marking the run complete, the same schedule could become due again and create duplicate client reports or owner digests.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High: Queue events were not scoped tightly enough per user — This is a data-boundary leak. Even if it does not expose credentials, it exposes operational activity that belongs to another account.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High: Same-origin protection was inconsistent across mutating APIs — Authenticated APIs without same-origin enforcement are more exposed to CSRF-style browser abuse, especially in cookie-based auth systems.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High: The async processing layer was not durable enough for production-style automation — That makes automation brittle under crashes, restarts, and multiple workers. It also makes incident recovery much harder.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Medium: Reports workspace made too many client-side requests — This increased page latency, duplicated error handling, and made the screen feel fragile when any one endpoint failed.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Medium: Project profile parsing could crash on partial legacy JSON — Legacy or malformed records could trigger runtime crashes in the Projects UI and downstream AI context builders.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Medium: Documentation drifted behind the codebase — When documentation lags behind the code, onboarding, auditing, and future architecture decisions become error-prone.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Medium: There was not enough browser-level regression coverage for critical dashboards — Pure unit/build checks do not catch real UI breakages, rendering mismatches, or cross-route interaction regressions.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and Reliability Fixes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607040" cy="5212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Implemented a durable database-backed queue with retries, lease handling, and dead-letter behavior.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Fixed schedule claiming so recurring reports cannot silently duplicate after worker interruption.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Scoped user-visible job incidents per operator account.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Expanded same-origin enforcement across mutating APIs.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Created `/api/reports/workspace` to replace a multi-endpoint waterfall with one structured payload.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Standardized same-origin checks on remaining write endpoints.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Functional and Feature Improvements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607040" cy="5212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Reports now load through a faster workspace endpoint, reducing spinner churn and split-failure states.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Ops Center exposes processing and dead-letter jobs more clearly, which improves operator trust in automation.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Projects integration settings now support connection diagnostics instead of silent failure later in the workflow.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Durable background job system with retries, leases, and dead-letter handling.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Project integration diagnostics for Search Console, GA4, and CMS settings.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Browser regression suite for Projects, Reports, and Content workflows.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 and Database 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607040" cy="5212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Parallelized high-value dashboard query groups with Promise.all where the data is independent.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Removed a client-side waterfall from the reports workspace.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Added slow-route timing instrumentation so expensive APIs can be measured instead of guessed about.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Preserved indexed access paths for schedule polling, chat ordering, telemetry windows, and backlink pipeline views.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Shifted automation state out of memory-only execution into a queryable durable store.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Audit(userId, createdAt desc)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Audit(userId, status, createdAt desc)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ChatSession(userId, updatedAt desc)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ReportSchedule(isActive, nextRunAt, leaseUntil)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Structure Improvements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607040" cy="5212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Validation concerns are now centralized under lib/validation instead of repeated inline in routes.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Operational helpers such as CSRF, observability, and queue logic are now reusable modules instead of ad hoc logic.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Documentation now mirrors the actual architecture, which reduces future design drift.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repo can now regenerate an executive engineering review package from source data and a build script.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Queue processing is now durable and resumable, with clear status transitions and final-failure cleanup behavior.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Route handlers consistently use shared auth, response, validation, CSRF, and observability helpers.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Verification Completed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607040" cy="5212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pnpm exec prisma db push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pnpm exec prisma generate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pnpm db:generate:postgres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pnpm test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pnpm lint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pnpm exec tsc --noEmit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pnpm test:browser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pnpm build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Next Steps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607040" cy="5212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Promote PostgreSQL as the production database default and document backup/migration procedures.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Move queue execution to a shared Redis or workflow engine once the platform runs across multiple application instances.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 OAuth-style onboarding for Google integrations so operators do not have to manage service-account JSON manually.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Introduce RBAC and approval flows if the platform expands from a single operator to multiple team members.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 cost analytics for AI providers, email delivery, and automation throughput so the Ops layer can optimize for ROI as well as uptime.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TechGeekStudio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SEO Command Center Engineering Review</dc:title>
  <dc:subject>SEO Command Center engineering review</dc:subject>
  <dc:creator>OpenAI Codex</dc:creator>
  <cp:lastModifiedBy>OpenAI Codex</cp:lastModifiedBy>
  <cp:revision>1</cp:revision>
  <dcterms:created xsi:type="dcterms:W3CDTF">2026-04-09T05:18:35Z</dcterms:created>
  <dcterms:modified xsi:type="dcterms:W3CDTF">2026-04-09T05:18:35Z</dcterms:modified>
</cp:coreProperties>
</file>